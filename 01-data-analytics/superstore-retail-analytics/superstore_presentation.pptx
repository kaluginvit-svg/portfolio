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_&#1056;&#1072;&#1073;&#1086;&#1095;&#1072;&#1103;_&#1087;&#1072;&#1087;&#1082;&#1072;\ZeroCoder\&#1054;&#1073;&#1091;&#1095;&#1077;&#1085;&#1080;&#1077;\AI%20&#1074;%20&#1090;&#1072;&#1073;&#1083;&#1080;&#1094;&#1072;&#1093;\&#1055;&#1088;&#1086;&#1077;&#1082;&#1090;&#1099;\&#1048;&#1090;&#1086;&#1075;&#1086;&#1074;&#1099;&#1081;%20&#1087;&#1088;&#1086;&#1077;&#1082;&#1090;\superstore-dashboard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865806" y="5486400"/>
            <a:ext cx="4001729" cy="12044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Исследование сделано: </a:t>
            </a:r>
            <a:br>
              <a:rPr lang="ru-RU" b="1" dirty="0" smtClean="0">
                <a:solidFill>
                  <a:schemeClr val="tx1"/>
                </a:solidFill>
              </a:rPr>
            </a:br>
            <a:r>
              <a:rPr lang="ru-RU" sz="2000" b="1" dirty="0" smtClean="0">
                <a:solidFill>
                  <a:schemeClr val="tx1"/>
                </a:solidFill>
              </a:rPr>
              <a:t>Калугин Виталий</a:t>
            </a:r>
            <a:r>
              <a:rPr lang="ru-RU" b="1" dirty="0" smtClean="0">
                <a:solidFill>
                  <a:schemeClr val="tx1"/>
                </a:solidFill>
              </a:rPr>
              <a:t/>
            </a:r>
            <a:br>
              <a:rPr lang="ru-RU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kaluginvit@gmail.com</a:t>
            </a:r>
            <a:endParaRPr lang="ru-RU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572000" y="5571940"/>
            <a:ext cx="3017520" cy="59436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Открыть дашборд</a:t>
            </a: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Широкоэкранный</PresentationFormat>
  <Paragraphs>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Виталий</cp:lastModifiedBy>
  <cp:revision>2</cp:revision>
  <dcterms:created xsi:type="dcterms:W3CDTF">2013-01-27T09:14:16Z</dcterms:created>
  <dcterms:modified xsi:type="dcterms:W3CDTF">2026-03-08T14:56:11Z</dcterms:modified>
  <cp:category/>
</cp:coreProperties>
</file>